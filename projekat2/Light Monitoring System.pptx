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71" r:id="rId4"/>
    <p:sldId id="259" r:id="rId5"/>
    <p:sldId id="277" r:id="rId6"/>
    <p:sldId id="260" r:id="rId7"/>
    <p:sldId id="273" r:id="rId8"/>
    <p:sldId id="261" r:id="rId9"/>
    <p:sldId id="262" r:id="rId10"/>
    <p:sldId id="276" r:id="rId11"/>
    <p:sldId id="267" r:id="rId12"/>
    <p:sldId id="268" r:id="rId13"/>
    <p:sldId id="269" r:id="rId14"/>
    <p:sldId id="270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6744-40A9-4AF9-A212-9804DDA4A41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2B20-0A59-4234-8951-7F95E39204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702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6744-40A9-4AF9-A212-9804DDA4A41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2B20-0A59-4234-8951-7F95E39204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476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6744-40A9-4AF9-A212-9804DDA4A41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2B20-0A59-4234-8951-7F95E39204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1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6744-40A9-4AF9-A212-9804DDA4A41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2B20-0A59-4234-8951-7F95E39204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261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6744-40A9-4AF9-A212-9804DDA4A41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2B20-0A59-4234-8951-7F95E39204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959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6744-40A9-4AF9-A212-9804DDA4A41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2B20-0A59-4234-8951-7F95E39204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185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6744-40A9-4AF9-A212-9804DDA4A41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2B20-0A59-4234-8951-7F95E39204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524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6744-40A9-4AF9-A212-9804DDA4A41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2B20-0A59-4234-8951-7F95E39204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20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6744-40A9-4AF9-A212-9804DDA4A41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2B20-0A59-4234-8951-7F95E39204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75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6744-40A9-4AF9-A212-9804DDA4A41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2B20-0A59-4234-8951-7F95E39204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41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6744-40A9-4AF9-A212-9804DDA4A41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2B20-0A59-4234-8951-7F95E392041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5806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6744-40A9-4AF9-A212-9804DDA4A41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2B20-0A59-4234-8951-7F95E39204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031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6744-40A9-4AF9-A212-9804DDA4A41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2B20-0A59-4234-8951-7F95E392041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5970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6744-40A9-4AF9-A212-9804DDA4A41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2B20-0A59-4234-8951-7F95E39204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317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6744-40A9-4AF9-A212-9804DDA4A41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2B20-0A59-4234-8951-7F95E39204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601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6744-40A9-4AF9-A212-9804DDA4A41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A2B20-0A59-4234-8951-7F95E39204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315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96744-40A9-4AF9-A212-9804DDA4A41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3CA2B20-0A59-4234-8951-7F95E39204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5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Smart Ambient Light Monitoring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Stojkovi</a:t>
            </a:r>
            <a:r>
              <a:rPr lang="sr-Latn-RS" dirty="0" smtClean="0"/>
              <a:t>ć Lucija 1903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81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Cilj</a:t>
            </a:r>
            <a:r>
              <a:rPr lang="sr-Latn-RS" dirty="0" smtClean="0"/>
              <a:t>evi</a:t>
            </a:r>
            <a:r>
              <a:rPr lang="en-US" dirty="0" smtClean="0"/>
              <a:t> </a:t>
            </a:r>
            <a:r>
              <a:rPr lang="en-US" dirty="0" err="1"/>
              <a:t>projekta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/>
              <a:t>Prikupljanje</a:t>
            </a:r>
            <a:r>
              <a:rPr lang="en-US" sz="2400" dirty="0"/>
              <a:t> </a:t>
            </a:r>
            <a:r>
              <a:rPr lang="en-US" sz="2400" dirty="0" err="1"/>
              <a:t>podataka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dirty="0" err="1"/>
              <a:t>kamere</a:t>
            </a:r>
            <a:r>
              <a:rPr lang="en-US" sz="2400" dirty="0"/>
              <a:t> u </a:t>
            </a:r>
            <a:r>
              <a:rPr lang="en-US" sz="2400" dirty="0" err="1"/>
              <a:t>realnom</a:t>
            </a:r>
            <a:r>
              <a:rPr lang="en-US" sz="2400" dirty="0"/>
              <a:t> </a:t>
            </a:r>
            <a:r>
              <a:rPr lang="en-US" sz="2400" dirty="0" err="1"/>
              <a:t>vremenu</a:t>
            </a:r>
            <a:endParaRPr lang="sr-Latn-RS" sz="2400" dirty="0"/>
          </a:p>
          <a:p>
            <a:r>
              <a:rPr lang="en-US" sz="2400" dirty="0" err="1"/>
              <a:t>Obrada</a:t>
            </a:r>
            <a:r>
              <a:rPr lang="en-US" sz="2400" dirty="0"/>
              <a:t> </a:t>
            </a:r>
            <a:r>
              <a:rPr lang="en-US" sz="2400" dirty="0" err="1"/>
              <a:t>podataka</a:t>
            </a:r>
            <a:r>
              <a:rPr lang="en-US" sz="2400" dirty="0"/>
              <a:t> u </a:t>
            </a:r>
            <a:r>
              <a:rPr lang="en-US" sz="2400" dirty="0" err="1"/>
              <a:t>distribuiranom</a:t>
            </a:r>
            <a:r>
              <a:rPr lang="en-US" sz="2400" dirty="0"/>
              <a:t> </a:t>
            </a:r>
            <a:r>
              <a:rPr lang="en-US" sz="2400" dirty="0" err="1"/>
              <a:t>sistemu</a:t>
            </a:r>
            <a:endParaRPr lang="en-US" sz="2400" dirty="0"/>
          </a:p>
          <a:p>
            <a:r>
              <a:rPr lang="en-US" sz="2400" dirty="0"/>
              <a:t>ML </a:t>
            </a:r>
            <a:r>
              <a:rPr lang="en-US" sz="2400" dirty="0" err="1"/>
              <a:t>klasifikacija</a:t>
            </a:r>
            <a:r>
              <a:rPr lang="en-US" sz="2400" dirty="0"/>
              <a:t> </a:t>
            </a:r>
            <a:r>
              <a:rPr lang="en-US" sz="2400" dirty="0" err="1"/>
              <a:t>događaja</a:t>
            </a:r>
            <a:endParaRPr lang="en-US" sz="2400" dirty="0"/>
          </a:p>
          <a:p>
            <a:r>
              <a:rPr lang="en-US" sz="2400" dirty="0" err="1"/>
              <a:t>Skladištenje</a:t>
            </a:r>
            <a:r>
              <a:rPr lang="en-US" sz="2400" dirty="0"/>
              <a:t> </a:t>
            </a:r>
            <a:r>
              <a:rPr lang="en-US" sz="2400" dirty="0" err="1"/>
              <a:t>podataka</a:t>
            </a:r>
            <a:r>
              <a:rPr lang="en-US" sz="2400" dirty="0"/>
              <a:t> u </a:t>
            </a:r>
            <a:r>
              <a:rPr lang="en-US" sz="2400" dirty="0" err="1"/>
              <a:t>InfluxDB</a:t>
            </a:r>
            <a:endParaRPr lang="sr-Latn-RS" sz="2400" dirty="0"/>
          </a:p>
          <a:p>
            <a:r>
              <a:rPr lang="en-US" sz="2400" dirty="0" err="1"/>
              <a:t>Vizualizacija</a:t>
            </a:r>
            <a:r>
              <a:rPr lang="en-US" sz="2400" dirty="0"/>
              <a:t> </a:t>
            </a:r>
            <a:r>
              <a:rPr lang="en-US" sz="2400" dirty="0" err="1"/>
              <a:t>kroz</a:t>
            </a:r>
            <a:r>
              <a:rPr lang="en-US" sz="2400" dirty="0"/>
              <a:t> </a:t>
            </a:r>
            <a:r>
              <a:rPr lang="en-US" sz="2400" dirty="0" err="1"/>
              <a:t>Grafana</a:t>
            </a:r>
            <a:r>
              <a:rPr lang="en-US" sz="2400" dirty="0"/>
              <a:t> dashboard</a:t>
            </a:r>
            <a:endParaRPr lang="sr-Latn-R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007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Prakti</a:t>
            </a:r>
            <a:r>
              <a:rPr lang="sr-Latn-RS" dirty="0"/>
              <a:t>čna primena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sz="2400" dirty="0"/>
              <a:t>Smart home sistemi</a:t>
            </a:r>
          </a:p>
          <a:p>
            <a:r>
              <a:rPr lang="sr-Latn-RS" sz="2400" dirty="0"/>
              <a:t>Adaptivno osvetljenje</a:t>
            </a:r>
          </a:p>
          <a:p>
            <a:r>
              <a:rPr lang="sr-Latn-RS" sz="2400" dirty="0"/>
              <a:t>Monitoring prostorija</a:t>
            </a:r>
          </a:p>
          <a:p>
            <a:r>
              <a:rPr lang="sr-Latn-RS" sz="2400" dirty="0"/>
              <a:t>Detekcija anomalija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808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Korišćeni</a:t>
            </a:r>
            <a:r>
              <a:rPr lang="en-US" dirty="0"/>
              <a:t> hardware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3418972"/>
              </p:ext>
            </p:extLst>
          </p:nvPr>
        </p:nvGraphicFramePr>
        <p:xfrm>
          <a:off x="677863" y="1911668"/>
          <a:ext cx="859631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/>
                <a:gridCol w="429815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 smtClean="0"/>
                        <a:t>Komponenta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 smtClean="0"/>
                        <a:t>Namena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Arduino Nano 33 BLE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 smtClean="0"/>
                        <a:t>Edge uređaj</a:t>
                      </a:r>
                      <a:endParaRPr lang="en-US" sz="24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OV7675 </a:t>
                      </a:r>
                      <a:r>
                        <a:rPr lang="en-US" sz="2400" dirty="0" err="1" smtClean="0"/>
                        <a:t>kamera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 smtClean="0"/>
                        <a:t>Analiza</a:t>
                      </a:r>
                      <a:r>
                        <a:rPr lang="sr-Latn-RS" sz="2400" baseline="0" dirty="0" smtClean="0"/>
                        <a:t> scene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Raspberry Pi 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 smtClean="0"/>
                        <a:t>MQTT/Influx/Grafana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USB Serial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 smtClean="0"/>
                        <a:t>Komunikacija</a:t>
                      </a:r>
                      <a:endParaRPr lang="en-US" sz="24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Laptop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 smtClean="0"/>
                        <a:t>Razvoj i monitoring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5669257"/>
              </p:ext>
            </p:extLst>
          </p:nvPr>
        </p:nvGraphicFramePr>
        <p:xfrm>
          <a:off x="497238" y="1941689"/>
          <a:ext cx="9832094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6047"/>
                <a:gridCol w="491604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 smtClean="0"/>
                        <a:t>Komponenta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 smtClean="0"/>
                        <a:t>Namena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Arduino Nano 33 BLE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000" dirty="0" smtClean="0"/>
                        <a:t>Edge uređaj</a:t>
                      </a:r>
                      <a:endParaRPr lang="en-US" sz="2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OV7675 </a:t>
                      </a:r>
                      <a:r>
                        <a:rPr lang="en-US" sz="2000" dirty="0" err="1" smtClean="0"/>
                        <a:t>kamera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000" dirty="0" smtClean="0"/>
                        <a:t>Analiza</a:t>
                      </a:r>
                      <a:r>
                        <a:rPr lang="sr-Latn-RS" sz="2000" baseline="0" dirty="0" smtClean="0"/>
                        <a:t> scene </a:t>
                      </a:r>
                      <a:r>
                        <a:rPr lang="en-US" sz="2000" dirty="0" err="1" smtClean="0"/>
                        <a:t>i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ekstrakcija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parametara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osvetljenja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i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kontrasta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Raspberry Pi 4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/>
                        <a:t>Centralni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čvor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sistema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za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izvršavanje</a:t>
                      </a:r>
                      <a:r>
                        <a:rPr lang="en-US" sz="2000" dirty="0" smtClean="0"/>
                        <a:t> Docker </a:t>
                      </a:r>
                      <a:r>
                        <a:rPr lang="en-US" sz="2000" dirty="0" err="1" smtClean="0"/>
                        <a:t>mikroservisa</a:t>
                      </a:r>
                      <a:r>
                        <a:rPr lang="en-US" sz="2000" dirty="0" smtClean="0"/>
                        <a:t>, ML </a:t>
                      </a:r>
                      <a:r>
                        <a:rPr lang="en-US" sz="2000" dirty="0" err="1" smtClean="0"/>
                        <a:t>inferencu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i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obradu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podataka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USB Serial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000" dirty="0" smtClean="0"/>
                        <a:t>Komunikacija </a:t>
                      </a:r>
                      <a:r>
                        <a:rPr lang="en-US" sz="2000" dirty="0" err="1" smtClean="0"/>
                        <a:t>između</a:t>
                      </a:r>
                      <a:r>
                        <a:rPr lang="en-US" sz="2000" dirty="0" smtClean="0"/>
                        <a:t> Arduino </a:t>
                      </a:r>
                      <a:r>
                        <a:rPr lang="en-US" sz="2000" dirty="0" err="1" smtClean="0"/>
                        <a:t>uređaja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i</a:t>
                      </a:r>
                      <a:r>
                        <a:rPr lang="en-US" sz="2000" dirty="0" smtClean="0"/>
                        <a:t> Raspberry Pi </a:t>
                      </a:r>
                      <a:r>
                        <a:rPr lang="en-US" sz="2000" dirty="0" err="1" smtClean="0"/>
                        <a:t>platforme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8999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3348"/>
          <a:stretch/>
        </p:blipFill>
        <p:spPr>
          <a:xfrm>
            <a:off x="2741597" y="1062445"/>
            <a:ext cx="4311387" cy="503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Korišćeni</a:t>
            </a:r>
            <a:r>
              <a:rPr lang="en-US" dirty="0"/>
              <a:t> software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tehnologije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8178097"/>
              </p:ext>
            </p:extLst>
          </p:nvPr>
        </p:nvGraphicFramePr>
        <p:xfrm>
          <a:off x="677863" y="2160588"/>
          <a:ext cx="859631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/>
                <a:gridCol w="429815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 smtClean="0"/>
                        <a:t>Tehnoligija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 smtClean="0"/>
                        <a:t>Uloga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 smtClean="0"/>
                        <a:t>Arduino IDE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Programiranje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ure</a:t>
                      </a:r>
                      <a:r>
                        <a:rPr lang="sr-Latn-RS" sz="2400" dirty="0" smtClean="0"/>
                        <a:t>đaja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 smtClean="0"/>
                        <a:t>Python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 smtClean="0"/>
                        <a:t>Serial</a:t>
                      </a:r>
                      <a:r>
                        <a:rPr lang="sr-Latn-RS" sz="2400" baseline="0" dirty="0" smtClean="0"/>
                        <a:t> </a:t>
                      </a:r>
                      <a:r>
                        <a:rPr lang="en-US" sz="2400" baseline="0" dirty="0" smtClean="0">
                          <a:sym typeface="Wingdings" panose="05000000000000000000" pitchFamily="2" charset="2"/>
                        </a:rPr>
                        <a:t> MQTT </a:t>
                      </a:r>
                      <a:r>
                        <a:rPr lang="en-US" sz="2400" baseline="0" dirty="0" err="1" smtClean="0">
                          <a:sym typeface="Wingdings" panose="05000000000000000000" pitchFamily="2" charset="2"/>
                        </a:rPr>
                        <a:t>servis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 smtClean="0"/>
                        <a:t>MQTT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 smtClean="0"/>
                        <a:t>IoT komunikacija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 smtClean="0"/>
                        <a:t>InfluxDB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 smtClean="0"/>
                        <a:t>Time-series baza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 smtClean="0"/>
                        <a:t>Grafana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 smtClean="0"/>
                        <a:t>Vizuelizacija</a:t>
                      </a:r>
                      <a:endParaRPr lang="en-US" sz="24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sz="2400" dirty="0" smtClean="0"/>
                        <a:t>Docker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Kontejnerizacija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servisa</a:t>
                      </a:r>
                      <a:endParaRPr lang="en-US" sz="24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0123893"/>
              </p:ext>
            </p:extLst>
          </p:nvPr>
        </p:nvGraphicFramePr>
        <p:xfrm>
          <a:off x="677690" y="1396435"/>
          <a:ext cx="8596312" cy="4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/>
                <a:gridCol w="429815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sz="2000" dirty="0" smtClean="0"/>
                        <a:t>Tehnoligija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2000" dirty="0" smtClean="0"/>
                        <a:t>Uloga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Python Serial Reader </a:t>
                      </a:r>
                      <a:r>
                        <a:rPr lang="en-US" sz="1800" dirty="0" err="1" smtClean="0"/>
                        <a:t>servis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Čitanje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podataka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sa</a:t>
                      </a:r>
                      <a:r>
                        <a:rPr lang="en-US" sz="1800" dirty="0" smtClean="0"/>
                        <a:t> Arduino </a:t>
                      </a:r>
                      <a:r>
                        <a:rPr lang="en-US" sz="1800" dirty="0" err="1" smtClean="0"/>
                        <a:t>uređaja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preko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serijske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komunikacije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sz="1800" dirty="0" smtClean="0"/>
                        <a:t>MQTT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Razmena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poruka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između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mikroservisa</a:t>
                      </a:r>
                      <a:r>
                        <a:rPr lang="en-US" sz="1800" dirty="0" smtClean="0"/>
                        <a:t> u </a:t>
                      </a:r>
                      <a:r>
                        <a:rPr lang="en-US" sz="1800" dirty="0" err="1" smtClean="0"/>
                        <a:t>realnom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vremenu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TensorFlow</a:t>
                      </a:r>
                      <a:r>
                        <a:rPr lang="en-US" sz="1800" dirty="0" smtClean="0"/>
                        <a:t> Lite ML Service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Klasifikacija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svetlosnih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uslova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i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detekcija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anomalija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sz="1800" dirty="0" smtClean="0"/>
                        <a:t>InfluxDB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Skladištenje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vremenskih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serija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senzorskih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i</a:t>
                      </a:r>
                      <a:r>
                        <a:rPr lang="en-US" sz="1800" dirty="0" smtClean="0"/>
                        <a:t> ML </a:t>
                      </a:r>
                      <a:r>
                        <a:rPr lang="en-US" sz="1800" dirty="0" err="1" smtClean="0"/>
                        <a:t>podataka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sz="1800" dirty="0" smtClean="0"/>
                        <a:t>Grafana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Vizualizacija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podataka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i</a:t>
                      </a:r>
                      <a:r>
                        <a:rPr lang="en-US" sz="1800" dirty="0" smtClean="0"/>
                        <a:t> monitoring </a:t>
                      </a:r>
                      <a:r>
                        <a:rPr lang="en-US" sz="1800" dirty="0" err="1" smtClean="0"/>
                        <a:t>sistema</a:t>
                      </a:r>
                      <a:r>
                        <a:rPr lang="en-US" sz="1800" dirty="0" smtClean="0"/>
                        <a:t> u </a:t>
                      </a:r>
                      <a:r>
                        <a:rPr lang="en-US" sz="1800" dirty="0" err="1" smtClean="0"/>
                        <a:t>realnom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vremenu</a:t>
                      </a:r>
                      <a:endParaRPr lang="en-US" sz="18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sz="1800" dirty="0" smtClean="0"/>
                        <a:t>Docker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Organizacija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sistema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kroz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izolovane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mikroservise</a:t>
                      </a:r>
                      <a:endParaRPr lang="en-US" sz="18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3912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Obrada senzorskih podataka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Ekstrahovani</a:t>
            </a:r>
            <a:r>
              <a:rPr lang="en-US" dirty="0"/>
              <a:t> </a:t>
            </a:r>
            <a:r>
              <a:rPr lang="en-US" dirty="0" err="1" smtClean="0"/>
              <a:t>parametri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sr-Latn-RS" dirty="0" smtClean="0"/>
              <a:t>b</a:t>
            </a:r>
            <a:r>
              <a:rPr lang="en-US" dirty="0" smtClean="0"/>
              <a:t>rightness</a:t>
            </a:r>
            <a:endParaRPr lang="sr-Latn-RS" dirty="0"/>
          </a:p>
          <a:p>
            <a:r>
              <a:rPr lang="en-US" dirty="0"/>
              <a:t>min brightness</a:t>
            </a:r>
            <a:endParaRPr lang="sr-Latn-RS" dirty="0"/>
          </a:p>
          <a:p>
            <a:r>
              <a:rPr lang="en-US" dirty="0"/>
              <a:t>max brightness</a:t>
            </a:r>
            <a:endParaRPr lang="sr-Latn-RS" dirty="0"/>
          </a:p>
          <a:p>
            <a:r>
              <a:rPr lang="en-US" dirty="0"/>
              <a:t>Contrast</a:t>
            </a:r>
            <a:endParaRPr lang="sr-Latn-RS" dirty="0"/>
          </a:p>
          <a:p>
            <a:r>
              <a:rPr lang="en-US" dirty="0" err="1"/>
              <a:t>light_state</a:t>
            </a:r>
            <a:endParaRPr lang="sr-Latn-RS" dirty="0"/>
          </a:p>
          <a:p>
            <a:r>
              <a:rPr lang="en-US" dirty="0" err="1"/>
              <a:t>event_state</a:t>
            </a:r>
            <a:endParaRPr lang="sr-Latn-RS" dirty="0"/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Detektovani</a:t>
            </a:r>
            <a:r>
              <a:rPr lang="en-US" dirty="0"/>
              <a:t> </a:t>
            </a:r>
            <a:r>
              <a:rPr lang="en-US" dirty="0" err="1"/>
              <a:t>scenariji</a:t>
            </a:r>
            <a:endParaRPr lang="en-US" dirty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err="1"/>
              <a:t>normalno</a:t>
            </a:r>
            <a:r>
              <a:rPr lang="en-US" dirty="0"/>
              <a:t> </a:t>
            </a:r>
            <a:r>
              <a:rPr lang="en-US" dirty="0" err="1"/>
              <a:t>osvetljenje</a:t>
            </a:r>
            <a:endParaRPr lang="sr-Latn-RS" dirty="0"/>
          </a:p>
          <a:p>
            <a:r>
              <a:rPr lang="en-US" dirty="0" err="1"/>
              <a:t>previše</a:t>
            </a:r>
            <a:r>
              <a:rPr lang="en-US" dirty="0"/>
              <a:t> </a:t>
            </a:r>
            <a:r>
              <a:rPr lang="en-US" dirty="0" err="1"/>
              <a:t>svetla</a:t>
            </a:r>
            <a:endParaRPr lang="sr-Latn-RS" dirty="0"/>
          </a:p>
          <a:p>
            <a:r>
              <a:rPr lang="en-US" dirty="0" err="1"/>
              <a:t>nedovoljno</a:t>
            </a:r>
            <a:r>
              <a:rPr lang="en-US" dirty="0"/>
              <a:t> </a:t>
            </a:r>
            <a:r>
              <a:rPr lang="en-US" dirty="0" err="1"/>
              <a:t>svetla</a:t>
            </a:r>
            <a:endParaRPr lang="sr-Latn-RS" dirty="0"/>
          </a:p>
          <a:p>
            <a:r>
              <a:rPr lang="en-US" dirty="0" err="1"/>
              <a:t>anomalije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370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TensorFlow</a:t>
            </a:r>
            <a:r>
              <a:rPr lang="en-US" dirty="0"/>
              <a:t> Lite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ML model:</a:t>
            </a:r>
            <a:r>
              <a:rPr lang="sr-Latn-RS" dirty="0"/>
              <a:t> </a:t>
            </a:r>
          </a:p>
          <a:p>
            <a:pPr lvl="1"/>
            <a:r>
              <a:rPr lang="en-US" dirty="0" err="1"/>
              <a:t>TensorFlow</a:t>
            </a:r>
            <a:r>
              <a:rPr lang="en-US" dirty="0"/>
              <a:t> / </a:t>
            </a:r>
            <a:r>
              <a:rPr lang="en-US" dirty="0" err="1"/>
              <a:t>Keras</a:t>
            </a:r>
            <a:endParaRPr lang="sr-Latn-RS" dirty="0"/>
          </a:p>
          <a:p>
            <a:pPr lvl="1"/>
            <a:r>
              <a:rPr lang="sr-Latn-RS" dirty="0"/>
              <a:t>E</a:t>
            </a:r>
            <a:r>
              <a:rPr lang="en-US" dirty="0" err="1"/>
              <a:t>ksportovan</a:t>
            </a:r>
            <a:r>
              <a:rPr lang="en-US" dirty="0"/>
              <a:t> u </a:t>
            </a:r>
            <a:r>
              <a:rPr lang="en-US" dirty="0" err="1"/>
              <a:t>TensorFlow</a:t>
            </a:r>
            <a:r>
              <a:rPr lang="en-US" dirty="0"/>
              <a:t> Lite format</a:t>
            </a:r>
            <a:endParaRPr lang="sr-Latn-RS" dirty="0"/>
          </a:p>
          <a:p>
            <a:r>
              <a:rPr lang="en-US" dirty="0" err="1"/>
              <a:t>Ulazi</a:t>
            </a:r>
            <a:r>
              <a:rPr lang="en-US" dirty="0"/>
              <a:t>:</a:t>
            </a:r>
            <a:r>
              <a:rPr lang="sr-Latn-RS" dirty="0"/>
              <a:t> </a:t>
            </a:r>
            <a:r>
              <a:rPr lang="en-US" dirty="0"/>
              <a:t> </a:t>
            </a:r>
            <a:endParaRPr lang="sr-Latn-RS" dirty="0"/>
          </a:p>
          <a:p>
            <a:pPr lvl="1"/>
            <a:r>
              <a:rPr lang="sr-Latn-RS" dirty="0"/>
              <a:t>B</a:t>
            </a:r>
            <a:r>
              <a:rPr lang="en-US" dirty="0"/>
              <a:t>rightness </a:t>
            </a:r>
            <a:endParaRPr lang="sr-Latn-RS" dirty="0"/>
          </a:p>
          <a:p>
            <a:pPr lvl="1"/>
            <a:r>
              <a:rPr lang="en-US" dirty="0"/>
              <a:t>Contrast</a:t>
            </a:r>
            <a:endParaRPr lang="sr-Latn-RS" dirty="0"/>
          </a:p>
          <a:p>
            <a:r>
              <a:rPr lang="en-US" dirty="0" err="1"/>
              <a:t>Klase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0 – dark</a:t>
            </a:r>
            <a:br>
              <a:rPr lang="en-US" dirty="0"/>
            </a:br>
            <a:r>
              <a:rPr lang="en-US" dirty="0"/>
              <a:t>1 – normal</a:t>
            </a:r>
            <a:br>
              <a:rPr lang="en-US" dirty="0"/>
            </a:br>
            <a:r>
              <a:rPr lang="en-US" dirty="0"/>
              <a:t>2 – bright</a:t>
            </a:r>
            <a:br>
              <a:rPr lang="en-US" dirty="0"/>
            </a:br>
            <a:r>
              <a:rPr lang="en-US" dirty="0"/>
              <a:t>3 – anomaly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101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Logika rada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951408" cy="3880773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/>
              <a:t>Dark</a:t>
            </a:r>
            <a:r>
              <a:rPr lang="sr-Latn-RS" sz="2400" dirty="0" smtClean="0"/>
              <a:t> </a:t>
            </a:r>
            <a:r>
              <a:rPr lang="en-US" sz="2400" dirty="0" smtClean="0"/>
              <a:t>→ </a:t>
            </a:r>
            <a:r>
              <a:rPr lang="en-US" sz="2400" dirty="0" err="1"/>
              <a:t>povećanje</a:t>
            </a:r>
            <a:r>
              <a:rPr lang="en-US" sz="2400" dirty="0"/>
              <a:t> </a:t>
            </a:r>
            <a:r>
              <a:rPr lang="en-US" sz="2400" dirty="0" err="1"/>
              <a:t>osvetljenja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sr-Latn-RS" sz="2400" dirty="0" smtClean="0"/>
          </a:p>
          <a:p>
            <a:r>
              <a:rPr lang="en-US" sz="2400" dirty="0" smtClean="0"/>
              <a:t>Bright</a:t>
            </a:r>
            <a:r>
              <a:rPr lang="sr-Latn-RS" sz="2400" dirty="0" smtClean="0"/>
              <a:t> </a:t>
            </a:r>
            <a:r>
              <a:rPr lang="en-US" sz="2400" dirty="0" smtClean="0"/>
              <a:t>→ </a:t>
            </a:r>
            <a:r>
              <a:rPr lang="en-US" sz="2400" dirty="0" err="1"/>
              <a:t>smanjenje</a:t>
            </a:r>
            <a:r>
              <a:rPr lang="en-US" sz="2400" dirty="0"/>
              <a:t> </a:t>
            </a:r>
            <a:r>
              <a:rPr lang="en-US" sz="2400" dirty="0" err="1"/>
              <a:t>osvetljenja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sr-Latn-RS" sz="2400" dirty="0" smtClean="0"/>
          </a:p>
          <a:p>
            <a:r>
              <a:rPr lang="en-US" sz="2400" dirty="0" smtClean="0"/>
              <a:t>Anomaly</a:t>
            </a:r>
            <a:r>
              <a:rPr lang="sr-Latn-RS" sz="2400" dirty="0" smtClean="0"/>
              <a:t> </a:t>
            </a:r>
            <a:r>
              <a:rPr lang="en-US" sz="2400" dirty="0" smtClean="0"/>
              <a:t>→ </a:t>
            </a:r>
            <a:r>
              <a:rPr lang="en-US" sz="2400" dirty="0" err="1"/>
              <a:t>aktivacija</a:t>
            </a:r>
            <a:r>
              <a:rPr lang="en-US" sz="2400" dirty="0"/>
              <a:t> </a:t>
            </a:r>
            <a:r>
              <a:rPr lang="en-US" sz="2400" dirty="0" err="1"/>
              <a:t>upozorenja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sr-Latn-RS" sz="2400" dirty="0" smtClean="0"/>
          </a:p>
          <a:p>
            <a:r>
              <a:rPr lang="en-US" sz="2400" dirty="0" smtClean="0"/>
              <a:t>Normal</a:t>
            </a:r>
            <a:r>
              <a:rPr lang="sr-Latn-RS" sz="2400" dirty="0" smtClean="0"/>
              <a:t> </a:t>
            </a:r>
            <a:r>
              <a:rPr lang="en-US" sz="2400" dirty="0" smtClean="0"/>
              <a:t>→ </a:t>
            </a:r>
            <a:r>
              <a:rPr lang="en-US" sz="2400" dirty="0"/>
              <a:t>bez </a:t>
            </a:r>
            <a:r>
              <a:rPr lang="en-US" sz="2400" dirty="0" err="1"/>
              <a:t>akcije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24800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</a:t>
            </a:r>
            <a:r>
              <a:rPr lang="en-US" dirty="0" err="1"/>
              <a:t>mikroservisi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Korišćeni</a:t>
            </a:r>
            <a:r>
              <a:rPr lang="en-US" dirty="0"/>
              <a:t> Docker </a:t>
            </a:r>
            <a:r>
              <a:rPr lang="en-US" dirty="0" err="1"/>
              <a:t>servisi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 smtClean="0"/>
              <a:t>serial_reader</a:t>
            </a:r>
            <a:endParaRPr lang="sr-Latn-RS" dirty="0" smtClean="0"/>
          </a:p>
          <a:p>
            <a:r>
              <a:rPr lang="en-US" dirty="0" smtClean="0"/>
              <a:t>mosquito</a:t>
            </a:r>
            <a:endParaRPr lang="sr-Latn-RS" dirty="0" smtClean="0"/>
          </a:p>
          <a:p>
            <a:r>
              <a:rPr lang="en-US" dirty="0" err="1" smtClean="0"/>
              <a:t>mqtt_to_influx</a:t>
            </a:r>
            <a:endParaRPr lang="sr-Latn-RS" dirty="0" smtClean="0"/>
          </a:p>
          <a:p>
            <a:r>
              <a:rPr lang="sr-Latn-RS" dirty="0" smtClean="0"/>
              <a:t>I</a:t>
            </a:r>
            <a:r>
              <a:rPr lang="en-US" dirty="0" err="1" smtClean="0"/>
              <a:t>nfluxdb</a:t>
            </a:r>
            <a:endParaRPr lang="sr-Latn-RS" dirty="0" smtClean="0"/>
          </a:p>
          <a:p>
            <a:r>
              <a:rPr lang="en-US" dirty="0" err="1" smtClean="0"/>
              <a:t>grafana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Prednosti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sr-Latn-RS" dirty="0" smtClean="0"/>
              <a:t>m</a:t>
            </a:r>
            <a:r>
              <a:rPr lang="es-ES" dirty="0" err="1" smtClean="0"/>
              <a:t>odularnost</a:t>
            </a:r>
            <a:endParaRPr lang="sr-Latn-RS" dirty="0" smtClean="0"/>
          </a:p>
          <a:p>
            <a:r>
              <a:rPr lang="es-ES" dirty="0" err="1" smtClean="0"/>
              <a:t>izolacija</a:t>
            </a:r>
            <a:r>
              <a:rPr lang="es-ES" dirty="0" smtClean="0"/>
              <a:t> </a:t>
            </a:r>
            <a:r>
              <a:rPr lang="es-ES" dirty="0" err="1" smtClean="0"/>
              <a:t>servisa</a:t>
            </a:r>
            <a:endParaRPr lang="sr-Latn-RS" dirty="0" smtClean="0"/>
          </a:p>
          <a:p>
            <a:r>
              <a:rPr lang="es-ES" dirty="0" err="1" smtClean="0"/>
              <a:t>lakša</a:t>
            </a:r>
            <a:r>
              <a:rPr lang="es-ES" dirty="0" smtClean="0"/>
              <a:t> </a:t>
            </a:r>
            <a:r>
              <a:rPr lang="es-ES" dirty="0" err="1"/>
              <a:t>distribucija</a:t>
            </a:r>
            <a:r>
              <a:rPr lang="es-ES" dirty="0"/>
              <a:t> sistema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226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Grafana</a:t>
            </a:r>
            <a:r>
              <a:rPr lang="en-US" dirty="0"/>
              <a:t> </a:t>
            </a:r>
            <a:r>
              <a:rPr lang="en-US" dirty="0" smtClean="0"/>
              <a:t>dashboard</a:t>
            </a:r>
            <a:r>
              <a:rPr lang="sr-Latn-RS" dirty="0" smtClean="0"/>
              <a:t> - Brightness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0234" y="2141525"/>
            <a:ext cx="8596312" cy="279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421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Grafana</a:t>
            </a:r>
            <a:r>
              <a:rPr lang="en-US" dirty="0"/>
              <a:t> </a:t>
            </a:r>
            <a:r>
              <a:rPr lang="en-US" dirty="0" smtClean="0"/>
              <a:t>dashboard</a:t>
            </a:r>
            <a:r>
              <a:rPr lang="sr-Latn-RS" dirty="0" smtClean="0"/>
              <a:t> - Contrast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3255" y="2160588"/>
            <a:ext cx="7325528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315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Grafana</a:t>
            </a:r>
            <a:r>
              <a:rPr lang="en-US" dirty="0"/>
              <a:t> </a:t>
            </a:r>
            <a:r>
              <a:rPr lang="en-US" dirty="0" smtClean="0"/>
              <a:t>dashboard</a:t>
            </a:r>
            <a:r>
              <a:rPr lang="sr-Latn-RS" dirty="0" smtClean="0"/>
              <a:t> – Min/Max brightness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4561" y="2160588"/>
            <a:ext cx="7342915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461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Grafana</a:t>
            </a:r>
            <a:r>
              <a:rPr lang="en-US" dirty="0"/>
              <a:t> </a:t>
            </a:r>
            <a:r>
              <a:rPr lang="en-US" dirty="0" smtClean="0"/>
              <a:t>dashboard</a:t>
            </a:r>
            <a:r>
              <a:rPr lang="sr-Latn-RS" dirty="0" smtClean="0"/>
              <a:t> – ML Prediction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7932" y="2160588"/>
            <a:ext cx="7276173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913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smtClean="0"/>
              <a:t>Tehnički izazovi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/>
              <a:t>komunikacija</a:t>
            </a:r>
            <a:r>
              <a:rPr lang="en-US" sz="2400" dirty="0"/>
              <a:t> Arduino ↔ Raspberry Pi</a:t>
            </a:r>
            <a:endParaRPr lang="sr-Latn-RS" sz="2400" dirty="0"/>
          </a:p>
          <a:p>
            <a:r>
              <a:rPr lang="en-US" sz="2400" dirty="0"/>
              <a:t>Docker </a:t>
            </a:r>
            <a:r>
              <a:rPr lang="en-US" sz="2400" dirty="0" err="1"/>
              <a:t>konfiguracija</a:t>
            </a:r>
            <a:endParaRPr lang="sr-Latn-RS" sz="2400" dirty="0"/>
          </a:p>
          <a:p>
            <a:r>
              <a:rPr lang="en-US" sz="2400" dirty="0"/>
              <a:t>MQTT </a:t>
            </a:r>
            <a:r>
              <a:rPr lang="en-US" sz="2400" dirty="0" err="1"/>
              <a:t>integracija</a:t>
            </a:r>
            <a:endParaRPr lang="sr-Latn-RS" sz="2400" dirty="0"/>
          </a:p>
          <a:p>
            <a:r>
              <a:rPr lang="en-US" sz="2400" dirty="0" err="1"/>
              <a:t>TensorFlow</a:t>
            </a:r>
            <a:r>
              <a:rPr lang="en-US" sz="2400" dirty="0"/>
              <a:t> Lite </a:t>
            </a:r>
            <a:r>
              <a:rPr lang="en-US" sz="2400" dirty="0" err="1"/>
              <a:t>kompatibilnost</a:t>
            </a:r>
            <a:endParaRPr lang="sr-Latn-RS" sz="2400" dirty="0"/>
          </a:p>
          <a:p>
            <a:r>
              <a:rPr lang="en-US" sz="2400" dirty="0" err="1"/>
              <a:t>kalibracija</a:t>
            </a:r>
            <a:r>
              <a:rPr lang="en-US" sz="2400" dirty="0"/>
              <a:t> ML </a:t>
            </a:r>
            <a:r>
              <a:rPr lang="en-US" sz="2400" dirty="0" err="1"/>
              <a:t>modela</a:t>
            </a:r>
            <a:endParaRPr lang="sr-Latn-R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13989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319</TotalTime>
  <Words>304</Words>
  <Application>Microsoft Office PowerPoint</Application>
  <PresentationFormat>Widescreen</PresentationFormat>
  <Paragraphs>112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Trebuchet MS</vt:lpstr>
      <vt:lpstr>Wingdings</vt:lpstr>
      <vt:lpstr>Wingdings 3</vt:lpstr>
      <vt:lpstr>Facet</vt:lpstr>
      <vt:lpstr>Smart Ambient Light Monitoring System</vt:lpstr>
      <vt:lpstr>Ciljevi projekta</vt:lpstr>
      <vt:lpstr>Praktična primena</vt:lpstr>
      <vt:lpstr>Korišćeni hardware</vt:lpstr>
      <vt:lpstr>PowerPoint Presentation</vt:lpstr>
      <vt:lpstr>Korišćeni software i tehnologije</vt:lpstr>
      <vt:lpstr>Obrada senzorskih podataka</vt:lpstr>
      <vt:lpstr>TensorFlow Lite model</vt:lpstr>
      <vt:lpstr>Logika rada sistema</vt:lpstr>
      <vt:lpstr>Docker mikroservisi</vt:lpstr>
      <vt:lpstr>Grafana dashboard - Brightness</vt:lpstr>
      <vt:lpstr>Grafana dashboard - Contrast</vt:lpstr>
      <vt:lpstr>Grafana dashboard – Min/Max brightness</vt:lpstr>
      <vt:lpstr>Grafana dashboard – ML Prediction</vt:lpstr>
      <vt:lpstr>Tehnički izazovi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Ambient Light Monitoring System</dc:title>
  <dc:creator>Windows User</dc:creator>
  <cp:lastModifiedBy>Windows User</cp:lastModifiedBy>
  <cp:revision>9</cp:revision>
  <dcterms:created xsi:type="dcterms:W3CDTF">2026-05-08T21:05:21Z</dcterms:created>
  <dcterms:modified xsi:type="dcterms:W3CDTF">2026-05-12T14:46:52Z</dcterms:modified>
</cp:coreProperties>
</file>