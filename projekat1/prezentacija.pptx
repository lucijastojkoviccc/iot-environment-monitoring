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8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5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0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8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3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1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0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7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8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475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45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2816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39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28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52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ED310-7FEC-4C84-A1E7-37998FBA283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2C558F9-D271-49CB-8188-BAAA3F2D5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5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uređajem</a:t>
            </a:r>
            <a:r>
              <a:rPr lang="en-US" dirty="0"/>
              <a:t> </a:t>
            </a:r>
            <a:r>
              <a:rPr lang="en-US" dirty="0" err="1"/>
              <a:t>glasovnim</a:t>
            </a:r>
            <a:r>
              <a:rPr lang="en-US" dirty="0"/>
              <a:t> </a:t>
            </a:r>
            <a:r>
              <a:rPr lang="en-US" dirty="0" err="1"/>
              <a:t>komandama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Lucija</a:t>
            </a:r>
            <a:r>
              <a:rPr lang="en-US" dirty="0" smtClean="0"/>
              <a:t> </a:t>
            </a:r>
            <a:r>
              <a:rPr lang="en-US" dirty="0" err="1" smtClean="0"/>
              <a:t>Stojkovi</a:t>
            </a:r>
            <a:r>
              <a:rPr lang="sr-Latn-RS" dirty="0" smtClean="0"/>
              <a:t>ć 1903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31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UVOD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Internet </a:t>
            </a:r>
            <a:r>
              <a:rPr lang="en-US" sz="2400" dirty="0"/>
              <a:t>of Things (</a:t>
            </a:r>
            <a:r>
              <a:rPr lang="en-US" sz="2400" dirty="0" err="1"/>
              <a:t>IoT</a:t>
            </a:r>
            <a:r>
              <a:rPr lang="en-US" sz="2400" dirty="0"/>
              <a:t>) </a:t>
            </a:r>
            <a:r>
              <a:rPr lang="en-US" sz="2400" dirty="0" err="1"/>
              <a:t>omogućava</a:t>
            </a:r>
            <a:r>
              <a:rPr lang="en-US" sz="2400" dirty="0"/>
              <a:t> </a:t>
            </a:r>
            <a:r>
              <a:rPr lang="en-US" sz="2400" dirty="0" err="1"/>
              <a:t>povezivanje</a:t>
            </a:r>
            <a:r>
              <a:rPr lang="en-US" sz="2400" dirty="0"/>
              <a:t> </a:t>
            </a:r>
            <a:r>
              <a:rPr lang="en-US" sz="2400" dirty="0" err="1"/>
              <a:t>uređaja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automatizaciju</a:t>
            </a:r>
            <a:r>
              <a:rPr lang="en-US" sz="2400" dirty="0"/>
              <a:t> </a:t>
            </a:r>
            <a:r>
              <a:rPr lang="en-US" sz="2400" dirty="0" err="1"/>
              <a:t>procesa</a:t>
            </a:r>
            <a:r>
              <a:rPr lang="en-US" sz="2400" dirty="0"/>
              <a:t>  </a:t>
            </a:r>
          </a:p>
          <a:p>
            <a:r>
              <a:rPr lang="en-US" sz="2400" dirty="0" err="1" smtClean="0"/>
              <a:t>Glasovne</a:t>
            </a:r>
            <a:r>
              <a:rPr lang="en-US" sz="2400" dirty="0" smtClean="0"/>
              <a:t> </a:t>
            </a:r>
            <a:r>
              <a:rPr lang="en-US" sz="2400" dirty="0" err="1"/>
              <a:t>komande</a:t>
            </a:r>
            <a:r>
              <a:rPr lang="en-US" sz="2400" dirty="0"/>
              <a:t> </a:t>
            </a:r>
            <a:r>
              <a:rPr lang="en-US" sz="2400" dirty="0" err="1"/>
              <a:t>predstavljaju</a:t>
            </a:r>
            <a:r>
              <a:rPr lang="en-US" sz="2400" dirty="0"/>
              <a:t> </a:t>
            </a:r>
            <a:r>
              <a:rPr lang="en-US" sz="2400" dirty="0" err="1"/>
              <a:t>prirodan</a:t>
            </a:r>
            <a:r>
              <a:rPr lang="en-US" sz="2400" dirty="0"/>
              <a:t> </a:t>
            </a:r>
            <a:r>
              <a:rPr lang="en-US" sz="2400" dirty="0" err="1"/>
              <a:t>način</a:t>
            </a:r>
            <a:r>
              <a:rPr lang="en-US" sz="2400" dirty="0"/>
              <a:t> </a:t>
            </a:r>
            <a:r>
              <a:rPr lang="en-US" sz="2400" dirty="0" err="1"/>
              <a:t>interakcije</a:t>
            </a:r>
            <a:r>
              <a:rPr lang="en-US" sz="2400" dirty="0"/>
              <a:t>  </a:t>
            </a:r>
          </a:p>
          <a:p>
            <a:r>
              <a:rPr lang="en-US" sz="2400" dirty="0" err="1" smtClean="0"/>
              <a:t>Kombinacija</a:t>
            </a:r>
            <a:r>
              <a:rPr lang="en-US" sz="2400" dirty="0" smtClean="0"/>
              <a:t> </a:t>
            </a:r>
            <a:r>
              <a:rPr lang="en-US" sz="2400" dirty="0"/>
              <a:t>ML + </a:t>
            </a:r>
            <a:r>
              <a:rPr lang="en-US" sz="2400" dirty="0" err="1"/>
              <a:t>senzora</a:t>
            </a:r>
            <a:r>
              <a:rPr lang="en-US" sz="2400" dirty="0"/>
              <a:t> </a:t>
            </a:r>
            <a:r>
              <a:rPr lang="en-US" sz="2400" dirty="0" err="1"/>
              <a:t>omogućava</a:t>
            </a:r>
            <a:r>
              <a:rPr lang="en-US" sz="2400" dirty="0"/>
              <a:t> </a:t>
            </a:r>
            <a:r>
              <a:rPr lang="en-US" sz="2400" dirty="0" err="1"/>
              <a:t>pametne</a:t>
            </a:r>
            <a:r>
              <a:rPr lang="en-US" sz="2400" dirty="0"/>
              <a:t> </a:t>
            </a:r>
            <a:r>
              <a:rPr lang="en-US" sz="2400" dirty="0" err="1"/>
              <a:t>sisteme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644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CILJ PROJEKTA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Razviti</a:t>
            </a:r>
            <a:r>
              <a:rPr lang="en-US" sz="2400" dirty="0" smtClean="0"/>
              <a:t> </a:t>
            </a:r>
            <a:r>
              <a:rPr lang="en-US" sz="2400" dirty="0" err="1"/>
              <a:t>IoT</a:t>
            </a:r>
            <a:r>
              <a:rPr lang="en-US" sz="2400" dirty="0"/>
              <a:t> </a:t>
            </a:r>
            <a:r>
              <a:rPr lang="en-US" sz="2400" dirty="0" err="1"/>
              <a:t>aplikaciju</a:t>
            </a:r>
            <a:r>
              <a:rPr lang="en-US" sz="2400" dirty="0"/>
              <a:t> </a:t>
            </a:r>
            <a:r>
              <a:rPr lang="en-US" sz="2400" dirty="0" err="1"/>
              <a:t>zasnovanu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Arduino Nano 33 BLE Sense </a:t>
            </a:r>
            <a:endParaRPr lang="sr-Latn-RS" sz="2400" dirty="0" smtClean="0"/>
          </a:p>
          <a:p>
            <a:r>
              <a:rPr lang="en-US" sz="2400" dirty="0" err="1" smtClean="0"/>
              <a:t>Omogućiti</a:t>
            </a:r>
            <a:r>
              <a:rPr lang="en-US" sz="2400" dirty="0" smtClean="0"/>
              <a:t> </a:t>
            </a:r>
            <a:r>
              <a:rPr lang="en-US" sz="2400" dirty="0" err="1"/>
              <a:t>upravljanje</a:t>
            </a:r>
            <a:r>
              <a:rPr lang="en-US" sz="2400" dirty="0"/>
              <a:t> </a:t>
            </a:r>
            <a:r>
              <a:rPr lang="en-US" sz="2400" dirty="0" err="1"/>
              <a:t>uređajem</a:t>
            </a:r>
            <a:r>
              <a:rPr lang="en-US" sz="2400" dirty="0"/>
              <a:t> </a:t>
            </a:r>
            <a:r>
              <a:rPr lang="en-US" sz="2400" dirty="0" err="1"/>
              <a:t>glasovnim</a:t>
            </a:r>
            <a:r>
              <a:rPr lang="en-US" sz="2400" dirty="0"/>
              <a:t> </a:t>
            </a:r>
            <a:r>
              <a:rPr lang="en-US" sz="2400" dirty="0" err="1"/>
              <a:t>komandama</a:t>
            </a:r>
            <a:r>
              <a:rPr lang="en-US" sz="2400" dirty="0"/>
              <a:t> </a:t>
            </a:r>
            <a:endParaRPr lang="sr-Latn-RS" sz="2400" dirty="0" smtClean="0"/>
          </a:p>
          <a:p>
            <a:r>
              <a:rPr lang="en-US" sz="2400" dirty="0" err="1" smtClean="0"/>
              <a:t>Detektovati</a:t>
            </a:r>
            <a:r>
              <a:rPr lang="en-US" sz="2400" dirty="0" smtClean="0"/>
              <a:t> </a:t>
            </a:r>
            <a:r>
              <a:rPr lang="en-US" sz="2400" dirty="0" err="1"/>
              <a:t>fizičko</a:t>
            </a:r>
            <a:r>
              <a:rPr lang="en-US" sz="2400" dirty="0"/>
              <a:t> </a:t>
            </a:r>
            <a:r>
              <a:rPr lang="en-US" sz="2400" dirty="0" err="1"/>
              <a:t>pomeranje</a:t>
            </a:r>
            <a:r>
              <a:rPr lang="en-US" sz="2400" dirty="0"/>
              <a:t> </a:t>
            </a:r>
            <a:r>
              <a:rPr lang="en-US" sz="2400" dirty="0" err="1"/>
              <a:t>uređaja</a:t>
            </a:r>
            <a:r>
              <a:rPr lang="en-US" sz="2400" dirty="0"/>
              <a:t> </a:t>
            </a:r>
            <a:endParaRPr lang="sr-Latn-RS" sz="2400" dirty="0" smtClean="0"/>
          </a:p>
          <a:p>
            <a:r>
              <a:rPr lang="en-US" sz="2400" dirty="0" err="1" smtClean="0"/>
              <a:t>Aktivirati</a:t>
            </a:r>
            <a:r>
              <a:rPr lang="en-US" sz="2400" dirty="0" smtClean="0"/>
              <a:t> </a:t>
            </a:r>
            <a:r>
              <a:rPr lang="en-US" sz="2400" dirty="0"/>
              <a:t>LED </a:t>
            </a:r>
            <a:r>
              <a:rPr lang="en-US" sz="2400" dirty="0" err="1"/>
              <a:t>kao</a:t>
            </a:r>
            <a:r>
              <a:rPr lang="en-US" sz="2400" dirty="0"/>
              <a:t> </a:t>
            </a:r>
            <a:r>
              <a:rPr lang="en-US" sz="2400" dirty="0" err="1"/>
              <a:t>indikator</a:t>
            </a:r>
            <a:r>
              <a:rPr lang="en-US" sz="2400" dirty="0"/>
              <a:t> </a:t>
            </a:r>
            <a:r>
              <a:rPr lang="en-US" sz="2400" dirty="0" err="1"/>
              <a:t>događaja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342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KORIŠĆENI HARDVER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Arduino </a:t>
            </a:r>
            <a:r>
              <a:rPr lang="en-US" sz="2400" dirty="0"/>
              <a:t>Nano 33 BLE Sense  </a:t>
            </a:r>
          </a:p>
          <a:p>
            <a:r>
              <a:rPr lang="en-US" sz="2400" dirty="0" smtClean="0"/>
              <a:t>PDM </a:t>
            </a:r>
            <a:r>
              <a:rPr lang="en-US" sz="2400" dirty="0" err="1"/>
              <a:t>mikrofon</a:t>
            </a:r>
            <a:r>
              <a:rPr lang="en-US" sz="2400" dirty="0"/>
              <a:t>  </a:t>
            </a:r>
          </a:p>
          <a:p>
            <a:r>
              <a:rPr lang="en-US" sz="2400" dirty="0" smtClean="0"/>
              <a:t>IMU </a:t>
            </a:r>
            <a:r>
              <a:rPr lang="en-US" sz="2400" dirty="0" err="1"/>
              <a:t>senzor</a:t>
            </a:r>
            <a:r>
              <a:rPr lang="en-US" sz="2400" dirty="0"/>
              <a:t> (</a:t>
            </a:r>
            <a:r>
              <a:rPr lang="en-US" sz="2400" dirty="0" err="1"/>
              <a:t>akcelerometar</a:t>
            </a:r>
            <a:r>
              <a:rPr lang="en-US" sz="2400" dirty="0"/>
              <a:t>)  </a:t>
            </a:r>
          </a:p>
          <a:p>
            <a:r>
              <a:rPr lang="en-US" sz="2400" dirty="0" smtClean="0"/>
              <a:t>RGB </a:t>
            </a:r>
            <a:r>
              <a:rPr lang="en-US" sz="2400" dirty="0"/>
              <a:t>LED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06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GLASOVNI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Model </a:t>
            </a:r>
            <a:r>
              <a:rPr lang="en-US" sz="2400" dirty="0" err="1"/>
              <a:t>treniran</a:t>
            </a:r>
            <a:r>
              <a:rPr lang="en-US" sz="2400" dirty="0"/>
              <a:t> u Edge Impulse  </a:t>
            </a:r>
          </a:p>
          <a:p>
            <a:r>
              <a:rPr lang="en-US" sz="2400" dirty="0" err="1" smtClean="0"/>
              <a:t>Ulaz</a:t>
            </a:r>
            <a:r>
              <a:rPr lang="en-US" sz="2400" dirty="0"/>
              <a:t>: audio signal (</a:t>
            </a:r>
            <a:r>
              <a:rPr lang="en-US" sz="2400" dirty="0" err="1"/>
              <a:t>mikrofon</a:t>
            </a:r>
            <a:r>
              <a:rPr lang="en-US" sz="2400" dirty="0"/>
              <a:t>)  </a:t>
            </a:r>
          </a:p>
          <a:p>
            <a:r>
              <a:rPr lang="en-US" sz="2400" dirty="0" err="1" smtClean="0"/>
              <a:t>Obrada</a:t>
            </a:r>
            <a:r>
              <a:rPr lang="en-US" sz="2400" dirty="0"/>
              <a:t>: MFCC (feature extraction)  </a:t>
            </a:r>
          </a:p>
          <a:p>
            <a:r>
              <a:rPr lang="en-US" sz="2400" dirty="0" err="1" smtClean="0"/>
              <a:t>Klase</a:t>
            </a:r>
            <a:r>
              <a:rPr lang="en-US" sz="2400" dirty="0"/>
              <a:t>: Start, Stop, Noise, Unknown  </a:t>
            </a:r>
          </a:p>
          <a:p>
            <a:r>
              <a:rPr lang="en-US" sz="2400" dirty="0" err="1" smtClean="0"/>
              <a:t>Tačnost</a:t>
            </a:r>
            <a:r>
              <a:rPr lang="en-US" sz="2400" dirty="0" smtClean="0"/>
              <a:t> </a:t>
            </a:r>
            <a:r>
              <a:rPr lang="en-US" sz="2400" dirty="0" err="1"/>
              <a:t>modela</a:t>
            </a:r>
            <a:r>
              <a:rPr lang="en-US" sz="2400" dirty="0"/>
              <a:t>: ~92% </a:t>
            </a:r>
          </a:p>
        </p:txBody>
      </p:sp>
    </p:spTree>
    <p:extLst>
      <p:ext uri="{BB962C8B-B14F-4D97-AF65-F5344CB8AC3E}">
        <p14:creationId xmlns:p14="http://schemas.microsoft.com/office/powerpoint/2010/main" val="235642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LOGIKA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Uređaj</a:t>
            </a:r>
            <a:r>
              <a:rPr lang="en-US" sz="2400" dirty="0"/>
              <a:t> </a:t>
            </a:r>
            <a:r>
              <a:rPr lang="en-US" sz="2400" dirty="0" err="1"/>
              <a:t>snima</a:t>
            </a:r>
            <a:r>
              <a:rPr lang="en-US" sz="2400" dirty="0"/>
              <a:t> audio signal  </a:t>
            </a:r>
          </a:p>
          <a:p>
            <a:r>
              <a:rPr lang="en-US" sz="2400" dirty="0"/>
              <a:t>2. Model </a:t>
            </a:r>
            <a:r>
              <a:rPr lang="en-US" sz="2400" dirty="0" err="1"/>
              <a:t>prepoznaje</a:t>
            </a:r>
            <a:r>
              <a:rPr lang="en-US" sz="2400" dirty="0"/>
              <a:t> </a:t>
            </a:r>
            <a:r>
              <a:rPr lang="en-US" sz="2400" dirty="0" err="1"/>
              <a:t>komandu</a:t>
            </a:r>
            <a:r>
              <a:rPr lang="en-US" sz="2400" dirty="0"/>
              <a:t>  </a:t>
            </a:r>
          </a:p>
          <a:p>
            <a:r>
              <a:rPr lang="en-US" sz="2400" dirty="0"/>
              <a:t>3. </a:t>
            </a:r>
            <a:r>
              <a:rPr lang="en-US" sz="2400" dirty="0" err="1"/>
              <a:t>Ako</a:t>
            </a:r>
            <a:r>
              <a:rPr lang="en-US" sz="2400" dirty="0"/>
              <a:t> je "start" → </a:t>
            </a:r>
            <a:r>
              <a:rPr lang="en-US" sz="2400" dirty="0" err="1"/>
              <a:t>aktivira</a:t>
            </a:r>
            <a:r>
              <a:rPr lang="en-US" sz="2400" dirty="0"/>
              <a:t> </a:t>
            </a:r>
            <a:r>
              <a:rPr lang="en-US" sz="2400" dirty="0" err="1"/>
              <a:t>praćenje</a:t>
            </a:r>
            <a:r>
              <a:rPr lang="en-US" sz="2400" dirty="0"/>
              <a:t>  </a:t>
            </a:r>
          </a:p>
          <a:p>
            <a:r>
              <a:rPr lang="en-US" sz="2400" dirty="0"/>
              <a:t>4. </a:t>
            </a:r>
            <a:r>
              <a:rPr lang="en-US" sz="2400" dirty="0" err="1"/>
              <a:t>Ako</a:t>
            </a:r>
            <a:r>
              <a:rPr lang="en-US" sz="2400" dirty="0"/>
              <a:t> je "stop" → </a:t>
            </a:r>
            <a:r>
              <a:rPr lang="en-US" sz="2400" dirty="0" err="1"/>
              <a:t>deaktivira</a:t>
            </a:r>
            <a:r>
              <a:rPr lang="en-US" sz="2400" dirty="0"/>
              <a:t> </a:t>
            </a:r>
            <a:r>
              <a:rPr lang="en-US" sz="2400" dirty="0" err="1"/>
              <a:t>praćenje</a:t>
            </a:r>
            <a:r>
              <a:rPr lang="en-US" sz="2400" dirty="0"/>
              <a:t>  </a:t>
            </a:r>
          </a:p>
          <a:p>
            <a:r>
              <a:rPr lang="en-US" sz="2400" dirty="0"/>
              <a:t>5. </a:t>
            </a:r>
            <a:r>
              <a:rPr lang="en-US" sz="2400" dirty="0" err="1"/>
              <a:t>Tokom</a:t>
            </a:r>
            <a:r>
              <a:rPr lang="en-US" sz="2400" dirty="0"/>
              <a:t> </a:t>
            </a:r>
            <a:r>
              <a:rPr lang="en-US" sz="2400" dirty="0" err="1"/>
              <a:t>praćenja</a:t>
            </a:r>
            <a:r>
              <a:rPr lang="en-US" sz="2400" dirty="0"/>
              <a:t> </a:t>
            </a:r>
            <a:r>
              <a:rPr lang="en-US" sz="2400" dirty="0" err="1"/>
              <a:t>koristi</a:t>
            </a:r>
            <a:r>
              <a:rPr lang="en-US" sz="2400" dirty="0"/>
              <a:t> se IMU </a:t>
            </a:r>
            <a:r>
              <a:rPr lang="en-US" sz="2400" dirty="0" err="1"/>
              <a:t>senzor</a:t>
            </a:r>
            <a:r>
              <a:rPr lang="en-US" sz="2400" dirty="0"/>
              <a:t>  </a:t>
            </a:r>
          </a:p>
          <a:p>
            <a:r>
              <a:rPr lang="en-US" sz="2400" dirty="0"/>
              <a:t>6. </a:t>
            </a:r>
            <a:r>
              <a:rPr lang="en-US" sz="2400" dirty="0" err="1"/>
              <a:t>Ako</a:t>
            </a:r>
            <a:r>
              <a:rPr lang="en-US" sz="2400" dirty="0"/>
              <a:t> se </a:t>
            </a:r>
            <a:r>
              <a:rPr lang="en-US" sz="2400" dirty="0" err="1"/>
              <a:t>detektuje</a:t>
            </a:r>
            <a:r>
              <a:rPr lang="en-US" sz="2400" dirty="0"/>
              <a:t> </a:t>
            </a:r>
            <a:r>
              <a:rPr lang="en-US" sz="2400" dirty="0" err="1"/>
              <a:t>pomeranje</a:t>
            </a:r>
            <a:r>
              <a:rPr lang="en-US" sz="2400" dirty="0"/>
              <a:t> → LED </a:t>
            </a:r>
            <a:r>
              <a:rPr lang="en-US" sz="2400" dirty="0" err="1"/>
              <a:t>reaguje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051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DETEKCIJA POKRETA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Koristi</a:t>
            </a:r>
            <a:r>
              <a:rPr lang="en-US" sz="2400" dirty="0" smtClean="0"/>
              <a:t> </a:t>
            </a:r>
            <a:r>
              <a:rPr lang="en-US" sz="2400" dirty="0"/>
              <a:t>se </a:t>
            </a:r>
            <a:r>
              <a:rPr lang="en-US" sz="2400" dirty="0" err="1"/>
              <a:t>akcelerometar</a:t>
            </a:r>
            <a:r>
              <a:rPr lang="en-US" sz="2400" dirty="0"/>
              <a:t> (IMU)  </a:t>
            </a:r>
          </a:p>
          <a:p>
            <a:r>
              <a:rPr lang="en-US" sz="2400" dirty="0" err="1" smtClean="0"/>
              <a:t>Praćenje</a:t>
            </a:r>
            <a:r>
              <a:rPr lang="en-US" sz="2400" dirty="0" smtClean="0"/>
              <a:t> </a:t>
            </a:r>
            <a:r>
              <a:rPr lang="en-US" sz="2400" dirty="0" err="1"/>
              <a:t>pomeranja</a:t>
            </a:r>
            <a:r>
              <a:rPr lang="en-US" sz="2400" dirty="0"/>
              <a:t> </a:t>
            </a:r>
            <a:r>
              <a:rPr lang="en-US" sz="2400" dirty="0" err="1"/>
              <a:t>duž</a:t>
            </a:r>
            <a:r>
              <a:rPr lang="en-US" sz="2400" dirty="0"/>
              <a:t> X, Y </a:t>
            </a:r>
            <a:r>
              <a:rPr lang="en-US" sz="2400" dirty="0" err="1"/>
              <a:t>i</a:t>
            </a:r>
            <a:r>
              <a:rPr lang="en-US" sz="2400" dirty="0"/>
              <a:t> Z </a:t>
            </a:r>
            <a:r>
              <a:rPr lang="en-US" sz="2400" dirty="0" err="1"/>
              <a:t>ose</a:t>
            </a:r>
            <a:r>
              <a:rPr lang="en-US" sz="2400" dirty="0"/>
              <a:t>  </a:t>
            </a:r>
          </a:p>
          <a:p>
            <a:r>
              <a:rPr lang="en-US" sz="2400" dirty="0" err="1" smtClean="0"/>
              <a:t>Računa</a:t>
            </a:r>
            <a:r>
              <a:rPr lang="en-US" sz="2400" dirty="0" smtClean="0"/>
              <a:t> </a:t>
            </a:r>
            <a:r>
              <a:rPr lang="en-US" sz="2400" dirty="0"/>
              <a:t>se </a:t>
            </a:r>
            <a:r>
              <a:rPr lang="en-US" sz="2400" dirty="0" err="1"/>
              <a:t>odstupanje</a:t>
            </a:r>
            <a:r>
              <a:rPr lang="en-US" sz="2400" dirty="0"/>
              <a:t> od </a:t>
            </a:r>
            <a:r>
              <a:rPr lang="en-US" sz="2400" dirty="0" err="1"/>
              <a:t>početne</a:t>
            </a:r>
            <a:r>
              <a:rPr lang="en-US" sz="2400" dirty="0"/>
              <a:t> </a:t>
            </a:r>
            <a:r>
              <a:rPr lang="en-US" sz="2400" dirty="0" err="1"/>
              <a:t>pozicije</a:t>
            </a:r>
            <a:r>
              <a:rPr lang="en-US" sz="2400" dirty="0"/>
              <a:t>  </a:t>
            </a:r>
          </a:p>
          <a:p>
            <a:r>
              <a:rPr lang="sr-Latn-RS" sz="2400" dirty="0"/>
              <a:t>A</a:t>
            </a:r>
            <a:r>
              <a:rPr lang="en-US" sz="2400" dirty="0" err="1" smtClean="0"/>
              <a:t>ko</a:t>
            </a:r>
            <a:r>
              <a:rPr lang="en-US" sz="2400" dirty="0" smtClean="0"/>
              <a:t> </a:t>
            </a:r>
            <a:r>
              <a:rPr lang="en-US" sz="2400" dirty="0"/>
              <a:t>je </a:t>
            </a:r>
            <a:r>
              <a:rPr lang="en-US" sz="2400" dirty="0" err="1"/>
              <a:t>veće</a:t>
            </a:r>
            <a:r>
              <a:rPr lang="en-US" sz="2400" dirty="0"/>
              <a:t> od </a:t>
            </a:r>
            <a:r>
              <a:rPr lang="en-US" sz="2400" dirty="0" err="1"/>
              <a:t>praga</a:t>
            </a:r>
            <a:r>
              <a:rPr lang="en-US" sz="2400" dirty="0"/>
              <a:t> → </a:t>
            </a:r>
            <a:r>
              <a:rPr lang="en-US" sz="2400" dirty="0" err="1"/>
              <a:t>detektuje</a:t>
            </a:r>
            <a:r>
              <a:rPr lang="en-US" sz="2400" dirty="0"/>
              <a:t> se </a:t>
            </a:r>
            <a:r>
              <a:rPr lang="en-US" sz="2400" dirty="0" err="1"/>
              <a:t>pokret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299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AKTUATOR (LED)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RGB </a:t>
            </a:r>
            <a:r>
              <a:rPr lang="en-US" sz="2400" dirty="0"/>
              <a:t>LED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kao</a:t>
            </a:r>
            <a:r>
              <a:rPr lang="en-US" sz="2400" dirty="0"/>
              <a:t> </a:t>
            </a:r>
            <a:r>
              <a:rPr lang="en-US" sz="2400" dirty="0" err="1"/>
              <a:t>indikator</a:t>
            </a:r>
            <a:r>
              <a:rPr lang="en-US" sz="2400" dirty="0"/>
              <a:t>  </a:t>
            </a:r>
          </a:p>
          <a:p>
            <a:r>
              <a:rPr lang="en-US" sz="2400" dirty="0" smtClean="0"/>
              <a:t>"</a:t>
            </a:r>
            <a:r>
              <a:rPr lang="en-US" sz="2400" dirty="0"/>
              <a:t>start" → LED </a:t>
            </a:r>
            <a:r>
              <a:rPr lang="en-US" sz="2400" dirty="0" err="1"/>
              <a:t>svetli</a:t>
            </a:r>
            <a:r>
              <a:rPr lang="en-US" sz="2400" dirty="0"/>
              <a:t> </a:t>
            </a:r>
            <a:r>
              <a:rPr lang="en-US" sz="2400" dirty="0" err="1"/>
              <a:t>narandžasto</a:t>
            </a:r>
            <a:r>
              <a:rPr lang="en-US" sz="2400" dirty="0"/>
              <a:t>  </a:t>
            </a:r>
          </a:p>
          <a:p>
            <a:r>
              <a:rPr lang="en-US" sz="2400" dirty="0" err="1" smtClean="0"/>
              <a:t>detekcija</a:t>
            </a:r>
            <a:r>
              <a:rPr lang="en-US" sz="2400" dirty="0" smtClean="0"/>
              <a:t> </a:t>
            </a:r>
            <a:r>
              <a:rPr lang="en-US" sz="2400" dirty="0" err="1"/>
              <a:t>pokreta</a:t>
            </a:r>
            <a:r>
              <a:rPr lang="en-US" sz="2400" dirty="0"/>
              <a:t> → LED </a:t>
            </a:r>
            <a:r>
              <a:rPr lang="en-US" sz="2400" dirty="0" err="1"/>
              <a:t>blinka</a:t>
            </a:r>
            <a:r>
              <a:rPr lang="en-US" sz="2400" dirty="0"/>
              <a:t>  </a:t>
            </a:r>
          </a:p>
          <a:p>
            <a:r>
              <a:rPr lang="en-US" sz="2400" dirty="0" smtClean="0"/>
              <a:t>"</a:t>
            </a:r>
            <a:r>
              <a:rPr lang="en-US" sz="2400" dirty="0"/>
              <a:t>stop" → LED se </a:t>
            </a:r>
            <a:r>
              <a:rPr lang="en-US" sz="2400" dirty="0" err="1"/>
              <a:t>gasi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739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TEHNIČKI IZAZOVI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TEHNIČKI IZAZOVI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400" dirty="0" err="1" smtClean="0"/>
              <a:t>Prepoznavanje</a:t>
            </a:r>
            <a:r>
              <a:rPr lang="en-US" sz="2400" dirty="0" smtClean="0"/>
              <a:t> </a:t>
            </a:r>
            <a:r>
              <a:rPr lang="en-US" sz="2400" dirty="0" err="1"/>
              <a:t>glasovnih</a:t>
            </a:r>
            <a:r>
              <a:rPr lang="en-US" sz="2400" dirty="0"/>
              <a:t> </a:t>
            </a:r>
            <a:r>
              <a:rPr lang="en-US" sz="2400" dirty="0" err="1"/>
              <a:t>komandi</a:t>
            </a:r>
            <a:r>
              <a:rPr lang="en-US" sz="2400" dirty="0"/>
              <a:t> u </a:t>
            </a:r>
            <a:r>
              <a:rPr lang="en-US" sz="2400" dirty="0" err="1"/>
              <a:t>šumu</a:t>
            </a:r>
            <a:r>
              <a:rPr lang="en-US" sz="2400" dirty="0"/>
              <a:t> </a:t>
            </a:r>
            <a:endParaRPr lang="sr-Latn-RS" sz="2400" dirty="0" smtClean="0"/>
          </a:p>
          <a:p>
            <a:r>
              <a:rPr lang="en-US" sz="2400" dirty="0" err="1" smtClean="0"/>
              <a:t>Lažne</a:t>
            </a:r>
            <a:r>
              <a:rPr lang="en-US" sz="2400" dirty="0" smtClean="0"/>
              <a:t> </a:t>
            </a:r>
            <a:r>
              <a:rPr lang="en-US" sz="2400" dirty="0" err="1"/>
              <a:t>detekcije</a:t>
            </a:r>
            <a:r>
              <a:rPr lang="en-US" sz="2400" dirty="0"/>
              <a:t> </a:t>
            </a:r>
            <a:r>
              <a:rPr lang="en-US" sz="2400" dirty="0" err="1"/>
              <a:t>tokom</a:t>
            </a:r>
            <a:r>
              <a:rPr lang="en-US" sz="2400" dirty="0"/>
              <a:t> </a:t>
            </a:r>
            <a:r>
              <a:rPr lang="en-US" sz="2400" dirty="0" err="1"/>
              <a:t>tišine</a:t>
            </a:r>
            <a:r>
              <a:rPr lang="en-US" sz="2400" dirty="0"/>
              <a:t> </a:t>
            </a:r>
            <a:endParaRPr lang="sr-Latn-RS" sz="2400" dirty="0" smtClean="0"/>
          </a:p>
          <a:p>
            <a:r>
              <a:rPr lang="en-US" sz="2400" dirty="0" err="1" smtClean="0"/>
              <a:t>Ograničenja</a:t>
            </a:r>
            <a:r>
              <a:rPr lang="en-US" sz="2400" dirty="0" smtClean="0"/>
              <a:t> </a:t>
            </a:r>
            <a:r>
              <a:rPr lang="en-US" sz="2400" dirty="0" err="1"/>
              <a:t>memorije</a:t>
            </a:r>
            <a:r>
              <a:rPr lang="en-US" sz="2400" dirty="0"/>
              <a:t> </a:t>
            </a:r>
            <a:r>
              <a:rPr lang="en-US" sz="2400" dirty="0" err="1"/>
              <a:t>uređaja</a:t>
            </a:r>
            <a:r>
              <a:rPr lang="en-US" sz="2400" dirty="0"/>
              <a:t> </a:t>
            </a:r>
            <a:endParaRPr lang="sr-Latn-RS" sz="2400" dirty="0" smtClean="0"/>
          </a:p>
          <a:p>
            <a:r>
              <a:rPr lang="en-US" sz="2400" dirty="0" err="1" smtClean="0"/>
              <a:t>Podesavanje</a:t>
            </a:r>
            <a:r>
              <a:rPr lang="en-US" sz="2400" dirty="0" smtClean="0"/>
              <a:t> </a:t>
            </a:r>
            <a:r>
              <a:rPr lang="en-US" sz="2400" dirty="0"/>
              <a:t>threshold </a:t>
            </a:r>
            <a:r>
              <a:rPr lang="en-US" sz="2400" dirty="0" err="1"/>
              <a:t>vrednosti</a:t>
            </a:r>
            <a:r>
              <a:rPr lang="en-US" sz="2400" dirty="0"/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REŠENJA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672561" cy="3304117"/>
          </a:xfrm>
        </p:spPr>
        <p:txBody>
          <a:bodyPr>
            <a:noAutofit/>
          </a:bodyPr>
          <a:lstStyle/>
          <a:p>
            <a:r>
              <a:rPr lang="en-US" sz="2400" dirty="0" err="1" smtClean="0"/>
              <a:t>Dodavanje</a:t>
            </a:r>
            <a:r>
              <a:rPr lang="en-US" sz="2400" dirty="0" smtClean="0"/>
              <a:t> </a:t>
            </a:r>
            <a:r>
              <a:rPr lang="en-US" sz="2400" dirty="0"/>
              <a:t>noise </a:t>
            </a:r>
            <a:r>
              <a:rPr lang="en-US" sz="2400" dirty="0" err="1"/>
              <a:t>i</a:t>
            </a:r>
            <a:r>
              <a:rPr lang="en-US" sz="2400" dirty="0"/>
              <a:t> unknown </a:t>
            </a:r>
            <a:r>
              <a:rPr lang="en-US" sz="2400" dirty="0" err="1"/>
              <a:t>podataka</a:t>
            </a:r>
            <a:r>
              <a:rPr lang="en-US" sz="2400" dirty="0"/>
              <a:t> </a:t>
            </a:r>
            <a:endParaRPr lang="sr-Latn-RS" sz="2400" dirty="0" smtClean="0"/>
          </a:p>
          <a:p>
            <a:r>
              <a:rPr lang="en-US" sz="2400" dirty="0" err="1" smtClean="0"/>
              <a:t>Uvođenje</a:t>
            </a:r>
            <a:r>
              <a:rPr lang="en-US" sz="2400" dirty="0" smtClean="0"/>
              <a:t> </a:t>
            </a:r>
            <a:r>
              <a:rPr lang="en-US" sz="2400" dirty="0"/>
              <a:t>threshold-a </a:t>
            </a:r>
            <a:r>
              <a:rPr lang="en-US" sz="2400" dirty="0" err="1"/>
              <a:t>za</a:t>
            </a:r>
            <a:r>
              <a:rPr lang="en-US" sz="2400" dirty="0"/>
              <a:t> </a:t>
            </a:r>
            <a:r>
              <a:rPr lang="en-US" sz="2400" dirty="0" err="1"/>
              <a:t>komande</a:t>
            </a:r>
            <a:r>
              <a:rPr lang="en-US" sz="2400" dirty="0"/>
              <a:t> </a:t>
            </a:r>
            <a:endParaRPr lang="sr-Latn-RS" sz="2400" dirty="0" smtClean="0"/>
          </a:p>
          <a:p>
            <a:r>
              <a:rPr lang="en-US" sz="2400" dirty="0" err="1" smtClean="0"/>
              <a:t>Optimizacija</a:t>
            </a:r>
            <a:r>
              <a:rPr lang="en-US" sz="2400" dirty="0" smtClean="0"/>
              <a:t> </a:t>
            </a:r>
            <a:r>
              <a:rPr lang="en-US" sz="2400" dirty="0" err="1"/>
              <a:t>modela</a:t>
            </a:r>
            <a:r>
              <a:rPr lang="en-US" sz="2400" dirty="0"/>
              <a:t> (16 kHz) </a:t>
            </a:r>
            <a:endParaRPr lang="sr-Latn-RS" sz="2400" dirty="0" smtClean="0"/>
          </a:p>
        </p:txBody>
      </p:sp>
    </p:spTree>
    <p:extLst>
      <p:ext uri="{BB962C8B-B14F-4D97-AF65-F5344CB8AC3E}">
        <p14:creationId xmlns:p14="http://schemas.microsoft.com/office/powerpoint/2010/main" val="2778260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/ REZULTATI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/>
              <a:t>uspešno</a:t>
            </a:r>
            <a:r>
              <a:rPr lang="en-US" dirty="0"/>
              <a:t> </a:t>
            </a:r>
            <a:r>
              <a:rPr lang="en-US" dirty="0" err="1"/>
              <a:t>prepoznaje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 </a:t>
            </a:r>
          </a:p>
          <a:p>
            <a:r>
              <a:rPr lang="en-US" dirty="0" err="1" smtClean="0"/>
              <a:t>Pouzdana</a:t>
            </a:r>
            <a:r>
              <a:rPr lang="en-US" dirty="0" smtClean="0"/>
              <a:t> </a:t>
            </a:r>
            <a:r>
              <a:rPr lang="en-US" dirty="0" err="1"/>
              <a:t>detekcija</a:t>
            </a:r>
            <a:r>
              <a:rPr lang="en-US" dirty="0"/>
              <a:t> </a:t>
            </a:r>
            <a:r>
              <a:rPr lang="en-US" dirty="0" err="1"/>
              <a:t>pokreta</a:t>
            </a:r>
            <a:r>
              <a:rPr lang="en-US" dirty="0"/>
              <a:t>  </a:t>
            </a:r>
          </a:p>
          <a:p>
            <a:r>
              <a:rPr lang="en-US" dirty="0" err="1" smtClean="0"/>
              <a:t>Stabilno</a:t>
            </a:r>
            <a:r>
              <a:rPr lang="en-US" dirty="0" smtClean="0"/>
              <a:t> </a:t>
            </a:r>
            <a:r>
              <a:rPr lang="en-US" dirty="0" err="1"/>
              <a:t>ponašanje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okruženju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9898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17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277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IoT aplikacija za upravljanje uređajem glasovnim komandama</vt:lpstr>
      <vt:lpstr>UVOD</vt:lpstr>
      <vt:lpstr>CILJ PROJEKTA</vt:lpstr>
      <vt:lpstr>KORIŠĆENI HARDVER</vt:lpstr>
      <vt:lpstr>GLASOVNI MODEL</vt:lpstr>
      <vt:lpstr>LOGIKA SISTEMA</vt:lpstr>
      <vt:lpstr>DETEKCIJA POKRETA</vt:lpstr>
      <vt:lpstr>AKTUATOR (LED)</vt:lpstr>
      <vt:lpstr>TEHNIČKI IZAZOVI</vt:lpstr>
      <vt:lpstr>DEMO / REZULTATI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aplikacija za upravljanje uređajem glasovnim komandama</dc:title>
  <dc:creator>Windows User</dc:creator>
  <cp:lastModifiedBy>Windows User</cp:lastModifiedBy>
  <cp:revision>3</cp:revision>
  <dcterms:created xsi:type="dcterms:W3CDTF">2026-05-03T16:09:39Z</dcterms:created>
  <dcterms:modified xsi:type="dcterms:W3CDTF">2026-05-03T16:36:10Z</dcterms:modified>
</cp:coreProperties>
</file>